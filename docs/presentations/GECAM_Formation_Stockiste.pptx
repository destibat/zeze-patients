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5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A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GECAM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880360"/>
            <a:ext cx="57881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Formation Stockiste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1E7DD"/>
                </a:solidFill>
              </a:rPr>
              <a:t>Maîtriser votre outil de gestion au quotidien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4663440"/>
            <a:ext cx="2313432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4690872"/>
            <a:ext cx="2313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Formation d'1 journée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1E7DD"/>
                </a:solidFill>
              </a:rPr>
              <a:t>ZEZEPAGNON — votrecabinet.zezepagnon.solutions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Programme du 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Vue d'ensemble de la 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94960" cy="420624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533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MATIN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46504"/>
            <a:ext cx="5394960" cy="384048"/>
          </a:xfrm>
          <a:prstGeom prst="rect">
            <a:avLst/>
          </a:prstGeom>
          <a:solidFill>
            <a:srgbClr val="0A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922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Modules du matin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30552"/>
            <a:ext cx="5394960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21992"/>
            <a:ext cx="517550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Connexion et découverte de l'interface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Tableau de bord — vos KPIs en un coup d'oeil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Gestion des patients et dossiers médicaux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L'agenda et la salle d'attente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Créer une ordonnance et valider une vente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La facturation et les créances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325880"/>
            <a:ext cx="5394960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3533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APRÈS-MIDI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746504"/>
            <a:ext cx="53949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7922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Modules de l'après-midi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2130552"/>
            <a:ext cx="5394960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221992"/>
            <a:ext cx="517550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Stock central et mouvements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Bons de commande MAPA (BC MAPA)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Les exercices comptables MAPA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Lire et exporter le bilan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Gérer les délégués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Cas pratiques et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6217920"/>
            <a:ext cx="9445752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6217920"/>
            <a:ext cx="9445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Exercices pratiques tout au long de la journée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Votre tableau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La première page que vous voyez après connexion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155448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Patients actifs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Nombre total de patients
enregistrés dans votre cabinet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657600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447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CA de l'exercice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Chiffre d'affaires cumulé
depuis l'ouverture de l'exercice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657600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447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Commandes MAPA
en attente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BC MAPA envoyés
en attente de livraison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</a:rPr>
              <a:t>Alertes sur le tableau de bord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20440"/>
            <a:ext cx="365760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47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Stock faible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136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Un produit a dépassé son seuil minimum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520440"/>
            <a:ext cx="365760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547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Créances patients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136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Des patients ont des factures impayées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520440"/>
            <a:ext cx="36576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547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Commandes en retard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136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Un BC MAPA envoyé depuis plus de 7 jours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54880"/>
            <a:ext cx="11457432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18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023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8A"/>
                </a:solidFill>
              </a:rPr>
              <a:t>Conseil : Consultez votre tableau de bord chaque matin avant de commencer
vos activités pour ne manquer aucune alerte importante.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Créer un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MODULE 2 — Gestion des patients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9496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Champs obligatoires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09928"/>
            <a:ext cx="5394960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01368"/>
            <a:ext cx="5175504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Nom de famille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Prénom(s)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Sexe (Homme / Femme)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Numéro de téléphone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Date de naissance (optionnel mais recommandé)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325880"/>
            <a:ext cx="5394960" cy="384048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716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Informations médicales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09928"/>
            <a:ext cx="5394960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01368"/>
            <a:ext cx="5175504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Groupe sanguin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Allergies connues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Antécédents médicaux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Maladies chroniques (NOUVEAU)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Traitements en cours (NOUVEAU)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Fréquence de suivi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80560"/>
            <a:ext cx="11457432" cy="15544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4456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EXERCICE PRATIQUE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28032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4600"/>
                </a:solidFill>
              </a:rPr>
              <a:t>Créer le patient suivant :
Yao KOUAMÉ • Homme • 45 ans • 07 12 34 56 78
Diabétique de type 2 • Traitement : Metformine 500 mg 2x/jour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La fiche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6 onglets pour tout centraliser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39312" cy="384048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72184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Identité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01368"/>
            <a:ext cx="363931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92808"/>
            <a:ext cx="34198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Coordonnées, date de naissance, profession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1" y="1417320"/>
            <a:ext cx="3639312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1" y="1472184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Médical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1801368"/>
            <a:ext cx="363931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892808"/>
            <a:ext cx="34198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Suivi médical, allergies, antécédents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2" y="1417320"/>
            <a:ext cx="3639312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2" y="1472184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Urgence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2" y="1801368"/>
            <a:ext cx="363931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0" y="1892808"/>
            <a:ext cx="34198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Contact en cas d'urgence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3639312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63824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Consultations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93008"/>
            <a:ext cx="363931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584448"/>
            <a:ext cx="34198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Historique de toutes les consultations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1" y="3108960"/>
            <a:ext cx="3639312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1" y="3163824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Documents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7951" y="3493008"/>
            <a:ext cx="363931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3584448"/>
            <a:ext cx="34198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Photos, résultats PDF attachés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0142" y="3108960"/>
            <a:ext cx="3639312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1582" y="3163824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Analyses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2" y="3493008"/>
            <a:ext cx="3639312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0" y="3584448"/>
            <a:ext cx="34198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Résultats biologiques (upload ou saisie)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29200"/>
            <a:ext cx="11457432" cy="7315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09320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7667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8A"/>
                </a:solidFill>
              </a:rPr>
              <a:t>Onglet Analyses : saisissez les résultats biologiques manuellement ou uploadez le PDF du laboratoire. Les valeurs anormales sont surlignées automatiquement.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L'agenda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Planifier et gérer les rendez-vous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</a:rPr>
              <a:t>5 types de rendez-vous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743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739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Consultation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27432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225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Suivi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27432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712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Urgence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2743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198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Analyse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274320" cy="384048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684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Autre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325880"/>
            <a:ext cx="53949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3716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Salle d'attente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709928"/>
            <a:ext cx="5394960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801368"/>
            <a:ext cx="517550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Chaque RDV du jour apparaît dans la salle d'attente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Bouton PRÉSENT  →  patient arrivé (surlignage vert)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Bouton ABSENT   →  patient non venu (grisé)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Depuis 'Présent' : démarrer la consultation directement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Vue semaine par défaut, bascule sur vue mois possible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09160"/>
            <a:ext cx="11457432" cy="14173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7316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EXERCICE PRATIQUE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56632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4600"/>
                </a:solidFill>
              </a:rPr>
              <a:t>Créer un RDV pour Yao KOUAMÉ demain à 9h — type : Suivi
Puis marquer le patient comme PRÉSENT dans la salle d'attente.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Créer une ordonnance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MODULE 3 — Ordonnances et ventes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377440" cy="155448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Sélectionner
le patient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0505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2377440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5740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Ajouter
les produits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8288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0505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2377440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5740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Saisir
les quantités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8288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0505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417320"/>
            <a:ext cx="2377440" cy="1554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05740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Valider
l'ordonnance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00400"/>
            <a:ext cx="5394960" cy="384048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Voie 1 — Depuis une consultation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84448"/>
            <a:ext cx="53949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675888"/>
            <a:ext cx="517550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Aller dans la consultation du patient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Cliquer sur 'Créer une ordonnance'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L'ordonnance est liée à la consultation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3200400"/>
            <a:ext cx="53949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3246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Voie 2 — Menu Ordonnances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3584448"/>
            <a:ext cx="53949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675888"/>
            <a:ext cx="517550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Menu principal → Ordonnances → Nouvelle ordonnance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Sélectionner manuellement le patient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Utile pour une vente directe hors consultation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12080"/>
            <a:ext cx="11457432" cy="457200"/>
          </a:xfrm>
          <a:prstGeom prst="rect">
            <a:avLst/>
          </a:prstGeom>
          <a:solidFill>
            <a:srgbClr val="D1E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239512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5C38"/>
                </a:solidFill>
              </a:rPr>
              <a:t>La validation de l'ordonnance débite automatiquement le stock délégué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La facturation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De l'ordonnance au paiement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2834640" cy="109728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Ordonnance
validée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783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05050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283464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Facture
générée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783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0505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283464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5544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Paiement
enregistré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53949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Enregistrer un paiement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18688"/>
            <a:ext cx="539496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310128"/>
            <a:ext cx="517550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Ouvrir la facture du patient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Cliquer sur 'Enregistrer un paiement'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Saisir le montant reçu (partiel ou total)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Le solde restant apparaît automatiquement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Le statut passe à SOLDÉ si paiement complet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2834640"/>
            <a:ext cx="539496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880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Tableau des créanciers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3218688"/>
            <a:ext cx="539496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310128"/>
            <a:ext cx="517550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Accessible depuis le menu Facturation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Liste tous les patients avec solde non nul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Affiche : montant dû / date de la facture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Filtre possible par délégué ou par période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Export possible en 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Les ventes en résumé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Le circuit complet d'une vente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06040" cy="100584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Stock délégué
débité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68880"/>
            <a:ext cx="2606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L'ordonnance validée retire
les produits du stock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463040"/>
            <a:ext cx="260604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508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Facture
créée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468880"/>
            <a:ext cx="2606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5420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Automatiquement après
validation de l'ordonnance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463040"/>
            <a:ext cx="260604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508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Paiement
enregistré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468880"/>
            <a:ext cx="2606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5420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Partiel ou total,
le solde est mis à jour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1463040"/>
            <a:ext cx="260604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15087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Bilan
mis à jour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2468880"/>
            <a:ext cx="2606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254203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CA exercice, commissions
calculés en temps réel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94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</a:rPr>
              <a:t>Vos bilans disponibles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87952"/>
            <a:ext cx="5394960" cy="384048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336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Mon bilan délégué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539496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663440"/>
            <a:ext cx="5175504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CA personnel généré sur la période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Nombre d'ordonnances émises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Commissions calculées automatiquement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187952"/>
            <a:ext cx="53949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2336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Bilan de l'exercice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4572000"/>
            <a:ext cx="539496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663440"/>
            <a:ext cx="5175504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CA total du cabinet sur l'exercice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Performances de chaque délégué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Part MAPA et commissions stockiste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 stock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MODULE 4 — Stock et approvisionnement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94960" cy="384048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Consulter le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55648"/>
            <a:ext cx="539496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47088"/>
            <a:ext cx="5175504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Menu Stock → Liste des produits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Quantité disponible en temps réel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Seuil minimum configurable par produit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Produits en rouge = stock sous le seuil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Recherche par nom ou catégorie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371600"/>
            <a:ext cx="53949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417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Saisir un mouvement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55648"/>
            <a:ext cx="539496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47088"/>
            <a:ext cx="5175504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Stock → Nouveau mouvement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Type : Entrée (réception) ou Sortie (perte/retour)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Sélectionner le produit et la quantité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Motif obligatoire pour les sorties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Historique complet des mouvements consultable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11457432" cy="42062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42232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1B1B"/>
                </a:solidFill>
              </a:rPr>
              <a:t>Alerte seuil : GECAM vous notifie sur le tableau de bord dès qu'un produit passe sous son seuil minimum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57432" cy="11430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2744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EXERCICE PRATIQUE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1091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4600"/>
                </a:solidFill>
              </a:rPr>
              <a:t>Vérifier le stock de Metformine 500mg. Si la quantité est inférieure à 20 unités, identifier l'alerte sur le tableau de bord.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Les Bons de Commande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Le réapprovisionnement officiel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94960" cy="420624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990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ÉTAPE 1 — Créer et 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Créer un brouillon BC MAPA (liste de produits + quantités souhaitées)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Vérifier le document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Cliquer 'Envoyer' → statut passe à ENVOYÉ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Un PDF officiel MAPA est généré et téléchargeable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377440"/>
            <a:ext cx="1216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5C38"/>
                </a:solidFill>
              </a:rPr>
              <a:t>⬇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371600"/>
            <a:ext cx="5394960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3990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ÉTAPE 2 — Réceptionner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874519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Lorsque la livraison arrive : ouvrir le BC MAPA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Saisir les quantités réellement reçues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Le stock central est mis à jour automatiquement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Livraison partielle possible : solde restant affiché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5394960" cy="4206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850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Annulation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3308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Un BC MAPA en brouillon peut être annulé à tout moment. Un BC envoyé ne peut être annulé qu'avant réception.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3657600"/>
            <a:ext cx="5394960" cy="15087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7216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EXERCICE PRATIQUE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005072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4600"/>
                </a:solidFill>
              </a:rPr>
              <a:t>Créer un BC MAPA pour :
• Metformine 500mg — 100 boites
• Amlodipine 5mg — 50 boites
Envoyer le BC et télécharger le PDF.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L'exercice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MODULE 5 — Exercices comptables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5C38"/>
                </a:solidFill>
              </a:rPr>
              <a:t>Qu'est-ce qu'un exercice MAPA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Un exercice est une période de vente ouverte par MAPA. Toutes vos ventes, ordonnances et commissions s'y rattachent. Il ne peut y avoir qu'un seul exercice ouvert à la fois.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2468880" cy="50292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70632"/>
            <a:ext cx="2468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OUVERTURE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2468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L'admin ouvre
l'exercice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0505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743200"/>
            <a:ext cx="24688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770632"/>
            <a:ext cx="2468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246120"/>
            <a:ext cx="2468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3375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Ordonnances &amp;
facturations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0505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43200"/>
            <a:ext cx="246888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770632"/>
            <a:ext cx="2468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BILAN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46120"/>
            <a:ext cx="2468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3375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Suivi en temps
réel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0505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2743200"/>
            <a:ext cx="24688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770632"/>
            <a:ext cx="2468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CLÔTURE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246120"/>
            <a:ext cx="2468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3375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5050"/>
                </a:solidFill>
              </a:rPr>
              <a:t>Export PDF
et archivage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11457432" cy="9144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5312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INFO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36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8A"/>
                </a:solidFill>
              </a:rPr>
              <a:t>Important : Ne clôturez un exercice que lorsque tous les paiements sont encaissés et les stocks vérifiés. Une fois clôturé, l'exercice ne peut plus être modifié.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Gérer l'exercice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Actions disponibles sur l'exercice en cours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384048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Ouvrir / Clôturer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55648"/>
            <a:ext cx="3566160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47088"/>
            <a:ext cx="334670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Menu : Exercices → Nouveau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Donner un nom à l'exercice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Définir la date de début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Toutes les ventes y sont rattachées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Clôturer depuis le bouton dédié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Export PDF automatique à la clôture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35661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4173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Commissions automatiques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755648"/>
            <a:ext cx="3566160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847088"/>
            <a:ext cx="334670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Commissons stockiste : % du CA total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Commissions délégués : % du CA délégué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Calculées et affichées en temps réel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Visibles dans le bilan de l'exercice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Les taux sont configurables par l'admin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Aucun calcul manuel nécessaire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371600"/>
            <a:ext cx="3776472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417320"/>
            <a:ext cx="3593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Bilan en temps réel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755648"/>
            <a:ext cx="3776472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847088"/>
            <a:ext cx="3557016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CA total cumulé depuis l'ouverture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CA par délégué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Nombre d'ordonnances émises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Montant total des créances en cours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Commissions calculées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Top 5 produits les plus vendus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Lire le bilan de l'exercice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Comprendre les chiffres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</a:rPr>
              <a:t>Décomposition du chiffre d'affaires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2286000" cy="50292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10512"/>
            <a:ext cx="22860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5050"/>
                </a:solidFill>
              </a:rPr>
              <a:t>Somme de toutes les ventes
de l'exercice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783080"/>
            <a:ext cx="22860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810512"/>
            <a:ext cx="22860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 Délégués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28600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377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5050"/>
                </a:solidFill>
              </a:rPr>
              <a:t>Part du CA générée
par chaque délégué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783080"/>
            <a:ext cx="228600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810512"/>
            <a:ext cx="22860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Commissions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28600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377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5050"/>
                </a:solidFill>
              </a:rPr>
              <a:t>Part versée aux
délégués et au stockiste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783080"/>
            <a:ext cx="228600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10512"/>
            <a:ext cx="22860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Part MAPA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28600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774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5050"/>
                </a:solidFill>
              </a:rPr>
              <a:t>Montant reversé
à MAPA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5394960" cy="384048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661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Top produits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04488"/>
            <a:ext cx="539496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995928"/>
            <a:ext cx="517550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Les 5 produits les plus vendus de la période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Classés par quantité vendue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Permet d'anticiper les réapprovisionnements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Utile pour les prochains BC MAPA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3520440"/>
            <a:ext cx="53949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5661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Télécharger la fiche bilan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3904488"/>
            <a:ext cx="539496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995928"/>
            <a:ext cx="517550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Bouton 'Exporter PDF' dans le bilan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Document officiel à conserver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Contient : CA, commissions, part MAPA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À transmettre à MAPA à la clôture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Gérer les délégués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MODULE 6 — Administration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94960" cy="384048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Créer un compte délégué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55648"/>
            <a:ext cx="5394960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47088"/>
            <a:ext cx="517550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Menu : Administration → Délégués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Cliquer sur 'Nouveau délégué'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Remplir : nom, prénom, téléphone, email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Définir un login et un mot de passe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Le délégué reçoit ses identifiants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Son stock commence à zéro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371600"/>
            <a:ext cx="53949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417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Superviser les délégués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55648"/>
            <a:ext cx="5394960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47088"/>
            <a:ext cx="517550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Voir les ventes de chaque délégué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Consulter leur stock individuel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Widget 'Gains délégués' sur le dashboard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Historique des ordonnances par délégué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Bilan individuel exportable en PDF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Modifier ou désactiver un compte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754880"/>
            <a:ext cx="11457432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18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023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8A"/>
                </a:solidFill>
              </a:rPr>
              <a:t>Un délégué ne peut voir que ses propres données (ses ventes, son stock). Seul le stockiste a une vue globale sur tous les délégués.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Paramètres du cabinet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Personnaliser votre espace GECAM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94960" cy="384048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Informations du cabinet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55648"/>
            <a:ext cx="5394960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47088"/>
            <a:ext cx="517550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Administration → Paramètres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Nom du cabinet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Logo (apparaît sur les PDF)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Devise (FCFA par défaut)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Coordonnées (adresse, téléphone)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Ces infos figurent sur les ordonnances et factures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371600"/>
            <a:ext cx="53949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417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Mon compte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55648"/>
            <a:ext cx="5394960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47088"/>
            <a:ext cx="5175504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Menu profil (icône en haut à droite)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Modifier son nom d'affichage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Changer son mot de passe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Nouveau mot de passe : 8 caractères min.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Se déconnecter proprement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Ne jamais partager ses identifiants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754880"/>
            <a:ext cx="11457432" cy="4206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82312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Votre logo et vos coordonnées apparaissent sur tous les documents officiels générés par GECAM (ordonnances, factures, BC MAPA, bilan).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Bonnes pratiques quotidiennes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MODULE 7 — Synthèse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605272" cy="384048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22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Chaque matin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55648"/>
            <a:ext cx="5605272" cy="18562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47088"/>
            <a:ext cx="538581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Consulter le tableau de bord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Vérifier les alertes de stock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Regarder les créances en attente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Contrôler les commandes MAPA en cours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371600"/>
            <a:ext cx="5605272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417320"/>
            <a:ext cx="5422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Avant chaque vente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55648"/>
            <a:ext cx="5605272" cy="18562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47088"/>
            <a:ext cx="538581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Vérifier la disponibilité du stock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Confirmer le patient dans la base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Valider l'ordonnance avec les bonnes quantités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Enregistrer le paiement ou noter la créance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5605272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5422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Chaque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78808"/>
            <a:ext cx="5605272" cy="18562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270248"/>
            <a:ext cx="538581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Contrôler le stock de tous les produits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Créer les BC MAPA si stock bas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Relancer les patients créanciers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Consulter le bilan de l'exercice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3794760"/>
            <a:ext cx="5605272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840480"/>
            <a:ext cx="5422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 chaque fin de période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4178808"/>
            <a:ext cx="5605272" cy="18562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70248"/>
            <a:ext cx="538581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Vérifier que tous les paiements sont saisis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Valider le stock final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Clôturer l'exercice depuis GECAM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E1E1E"/>
                </a:solidFill>
              </a:rPr>
              <a:t>•  Exporter et conserver le PDF bilan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Cas pratique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Patient Yao KOUAMÉ — Suivi diabète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57432" cy="594360"/>
          </a:xfrm>
          <a:prstGeom prst="rect">
            <a:avLst/>
          </a:prstGeom>
          <a:solidFill>
            <a:srgbClr val="D1E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5C38"/>
                </a:solidFill>
              </a:rPr>
              <a:t>Scénario : Yao KOUAMÉ, 45 ans, diabétique de type 2, vient chercher son traitement mensuel.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502920" cy="155448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03120"/>
            <a:ext cx="51023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5C38"/>
                </a:solidFill>
              </a:rPr>
              <a:t>Créer le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60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Nom : KOUAMÉ  •  Prénom : Yao  •  Tél : 07 12 34 56 78
Maladie : Diabète type 2  •  Traitement : Metformine 500mg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2103120"/>
            <a:ext cx="502920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2560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8272" y="2103120"/>
            <a:ext cx="51023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7144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Créer un RDV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144" y="2560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Type : Suivi  •  Date : aujourd'hui  •  Marquer PRÉSENT
Ouvrir depuis la salle d'attente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502920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97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840480"/>
            <a:ext cx="51023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9319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Ordonnance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2976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Metformine 500mg × 2 boites / Glucomètre × 1
Valider → stock mis à jour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3840480"/>
            <a:ext cx="502920" cy="1554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4297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8272" y="3840480"/>
            <a:ext cx="51023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67144" y="39319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Facture &amp; Paiement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144" y="42976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Facture générée automatiquement
Enregistrer paiement complet ou partiel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Cas pratique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Réapprovisionnement — Metformine presque épuisée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57432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4600"/>
                </a:solidFill>
              </a:rPr>
              <a:t>Scénario : L'alerte stock 'Metformine 500mg' apparaît sur votre tableau de bord. Il faut commander.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502920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03120"/>
            <a:ext cx="51023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Alerte détectée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60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Tableau de bord → icône alerte rouge
Cliquer pour voir le détail : Metformine 500mg &lt; 10 unités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2103120"/>
            <a:ext cx="502920" cy="1554480"/>
          </a:xfrm>
          <a:prstGeom prst="rect">
            <a:avLst/>
          </a:prstGeom>
          <a:solidFill>
            <a:srgbClr val="0D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2560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8272" y="2103120"/>
            <a:ext cx="51023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7144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5C38"/>
                </a:solidFill>
              </a:rPr>
              <a:t>Créer le BC MAPA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144" y="2560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Menu Stock → Bons de commande → Nouveau BC
Ajouter : Metformine 500mg × 100  /  Amlodipine 5mg × 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502920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97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840480"/>
            <a:ext cx="51023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9319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Envoyer le BC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2976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Vérifier les quantités → Cliquer 'Envoyer'
Télécharger le PDF officiel MAPA généré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3840480"/>
            <a:ext cx="502920" cy="1554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4297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8272" y="3840480"/>
            <a:ext cx="51023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67144" y="39319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Réceptionner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144" y="42976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</a:rPr>
              <a:t>Lors de la livraison : ouvrir le BC → 'Réceptionner'
Saisir les quantités reçues → Stock mis à jour automatiquement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5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A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Vous êtes prêts !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286000"/>
            <a:ext cx="57881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1E7DD"/>
                </a:solidFill>
              </a:rPr>
              <a:t>Formation GECAM — Stockiste — complétée avec succès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200400"/>
            <a:ext cx="7616952" cy="1371600"/>
          </a:xfrm>
          <a:prstGeom prst="rect">
            <a:avLst/>
          </a:prstGeom>
          <a:solidFill>
            <a:srgbClr val="0A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291840"/>
            <a:ext cx="7616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1E7DD"/>
                </a:solidFill>
              </a:rPr>
              <a:t>Support &amp;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749039"/>
            <a:ext cx="7616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ZEZEPAGNON — Alexis Brevet
votrecabinet.zezepagnon.solutions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1E7DD"/>
                </a:solidFill>
              </a:rPr>
              <a:t>votrecabinet.zezepagnon.solutions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